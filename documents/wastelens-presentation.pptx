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WasteLens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Uncertain demand turns everyday preparation into avoidable waste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WasteLens turns a forecast into a preparation decision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daily flow stays simple enough for a busy kitchen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Two practical models keep the architecture credible and buildable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MVP prioritizes a complete decision path over feature volume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Show the complete decision at a glance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Prove that users can test uncertainty before cooking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Make the prediction understandable, not mysterious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Seven days are enough when the proof stays focused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Thank you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WasteLens Presentation</dc:title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